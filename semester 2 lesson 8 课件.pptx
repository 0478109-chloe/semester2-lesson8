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25"/>
  </p:notesMasterIdLst>
  <p:sldIdLst>
    <p:sldId id="256" r:id="rId2"/>
    <p:sldId id="353" r:id="rId3"/>
    <p:sldId id="359" r:id="rId4"/>
    <p:sldId id="363" r:id="rId5"/>
    <p:sldId id="364" r:id="rId6"/>
    <p:sldId id="368" r:id="rId7"/>
    <p:sldId id="369" r:id="rId8"/>
    <p:sldId id="370" r:id="rId9"/>
    <p:sldId id="365" r:id="rId10"/>
    <p:sldId id="371" r:id="rId11"/>
    <p:sldId id="367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</p:sldIdLst>
  <p:sldSz cx="9144000" cy="5143500" type="screen16x9"/>
  <p:notesSz cx="6858000" cy="9144000"/>
  <p:embeddedFontLst>
    <p:embeddedFont>
      <p:font typeface="Amatic SC" charset="-79"/>
      <p:regular r:id="rId26"/>
      <p:bold r:id="rId27"/>
    </p:embeddedFont>
    <p:embeddedFont>
      <p:font typeface="Didact Gothic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418" y="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62408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701" r:id="rId4"/>
    <p:sldLayoutId id="2147483702" r:id="rId5"/>
    <p:sldLayoutId id="214748370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</a:t>
            </a:r>
            <a:r>
              <a:rPr lang="en" sz="3200" dirty="0" smtClean="0"/>
              <a:t>8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Sem2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 (Review)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297" y="1438246"/>
            <a:ext cx="4435475" cy="305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707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 smtClean="0"/>
              <a:t>List </a:t>
            </a:r>
            <a:r>
              <a:rPr lang="en-US" sz="4000" dirty="0"/>
              <a:t>Algorisms(Review)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write a script that finds the minimum of this list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101" y="1854325"/>
            <a:ext cx="3771832" cy="2541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176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 smtClean="0"/>
              <a:t>List </a:t>
            </a:r>
            <a:r>
              <a:rPr lang="en-US" sz="4000" dirty="0"/>
              <a:t>Algorisms(Review)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Last week’s homework: make a function that finds the sum of a list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263" y="2132880"/>
            <a:ext cx="4732337" cy="237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138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We can test this function with our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int</a:t>
            </a:r>
            <a:r>
              <a:rPr lang="en-US" altLang="zh-CN" sz="1800" dirty="0" smtClean="0">
                <a:solidFill>
                  <a:schemeClr val="tx1"/>
                </a:solidFill>
              </a:rPr>
              <a:t> list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639" y="1814769"/>
            <a:ext cx="3514747" cy="2469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818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 smtClean="0"/>
              <a:t>List </a:t>
            </a:r>
            <a:r>
              <a:rPr lang="en-US" sz="4000" dirty="0"/>
              <a:t>Algorisms(Review)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a function that checks if an item is in a list</a:t>
            </a:r>
          </a:p>
        </p:txBody>
      </p:sp>
    </p:spTree>
    <p:extLst>
      <p:ext uri="{BB962C8B-B14F-4D97-AF65-F5344CB8AC3E}">
        <p14:creationId xmlns:p14="http://schemas.microsoft.com/office/powerpoint/2010/main" val="197381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 smtClean="0"/>
              <a:t>List </a:t>
            </a:r>
            <a:r>
              <a:rPr lang="en-US" sz="4000" dirty="0"/>
              <a:t>Algorisms(Review)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a function that checks if an item is in a list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807" y="2045458"/>
            <a:ext cx="4618037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928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 smtClean="0"/>
              <a:t>List </a:t>
            </a:r>
            <a:r>
              <a:rPr lang="en-US" sz="4000" dirty="0"/>
              <a:t>Algorisms(Review)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 answer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88" y="1944101"/>
            <a:ext cx="4938713" cy="233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266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Challenge: write a function that counts the number of occurrences of an item in a list.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For example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831" y="2214620"/>
            <a:ext cx="4572000" cy="65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669" y="3329858"/>
            <a:ext cx="5658455" cy="100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361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Challenge: write a function that counts the number of occurrences of an item in a list.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Hint: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625" y="2458538"/>
            <a:ext cx="5548313" cy="208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058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 answer: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206" y="2265290"/>
            <a:ext cx="5426735" cy="1716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002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do something fun with this function. Let’s say mom went on a shopping spree, and we want to count what she bought.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478" y="2265291"/>
            <a:ext cx="5426735" cy="1716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64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do something fun with this function. Let’s say mom went on a shopping spree, and we want to count what she bought.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make a list of the grocery items.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975" y="2894143"/>
            <a:ext cx="5656128" cy="620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341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do something fun with this function. Let’s say mom went on a shopping spree, and we want to count what she bought.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make a list of the grocery items.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also make a list of items she bought. Let’s make this list empty for now.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975" y="2425959"/>
            <a:ext cx="5656128" cy="620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15" y="3724678"/>
            <a:ext cx="26289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139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Then, we want to repeatedly add random items from “grocery-items” to “shopping-cart”, for maybe 100 times.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Try to do this part yourself.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04" y="3105052"/>
            <a:ext cx="5755145" cy="1155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079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Then, we want to repeatedly add random items from “grocery-items” to “shopping-cart”, for maybe 100 times.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Remember to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Try to do this part yourself.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296" y="3204446"/>
            <a:ext cx="5755145" cy="1155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138" y="2076441"/>
            <a:ext cx="19812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036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Then, we want to repeatedly add random items from “grocery-items” to “shopping-cart”, for maybe 100 times.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Hint: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004" y="2785527"/>
            <a:ext cx="4237037" cy="111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151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Then, we want to repeatedly add random items from “grocery-items” to “shopping-cart”, for maybe 100 times.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Answer: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344" y="2629536"/>
            <a:ext cx="5506187" cy="1507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986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We can print our resulting shopping-cart out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It’s a really long list!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27" y="2073372"/>
            <a:ext cx="4643294" cy="167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185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Remember </a:t>
            </a:r>
            <a:r>
              <a:rPr lang="en-US" altLang="zh-CN" sz="1800" dirty="0">
                <a:solidFill>
                  <a:schemeClr val="tx1"/>
                </a:solidFill>
              </a:rPr>
              <a:t>the “</a:t>
            </a:r>
            <a:r>
              <a:rPr lang="en-US" altLang="zh-CN" sz="1800" dirty="0" smtClean="0">
                <a:solidFill>
                  <a:schemeClr val="tx1"/>
                </a:solidFill>
              </a:rPr>
              <a:t>count-occurrences” function we wrote? Now we can use that to count how many of one specific item mom bought.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prints 22. so mom has bought 22 apples!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253" y="2415473"/>
            <a:ext cx="5911604" cy="71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440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Remember </a:t>
            </a:r>
            <a:r>
              <a:rPr lang="en-US" altLang="zh-CN" sz="1800" dirty="0">
                <a:solidFill>
                  <a:schemeClr val="tx1"/>
                </a:solidFill>
              </a:rPr>
              <a:t>the “</a:t>
            </a:r>
            <a:r>
              <a:rPr lang="en-US" altLang="zh-CN" sz="1800" dirty="0" smtClean="0">
                <a:solidFill>
                  <a:schemeClr val="tx1"/>
                </a:solidFill>
              </a:rPr>
              <a:t>count-occurrences” function we wrote? Now we can use that to count how many of one specific item mom bought.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prints 22. so mom has bought 22 apples!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253" y="2415473"/>
            <a:ext cx="5911604" cy="71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978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refine this a little bit by labeling “apples” in the end. Notice that we need to convert the result of count-occurrences from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int</a:t>
            </a:r>
            <a:r>
              <a:rPr lang="en-US" altLang="zh-CN" sz="1800" dirty="0" smtClean="0">
                <a:solidFill>
                  <a:schemeClr val="tx1"/>
                </a:solidFill>
              </a:rPr>
              <a:t> to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str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prints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So this time, mom bought 20 apples.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75" y="2622912"/>
            <a:ext cx="5632204" cy="51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64" y="3204446"/>
            <a:ext cx="1806575" cy="55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249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prints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12" y="1998076"/>
            <a:ext cx="314007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993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3170</TotalTime>
  <Words>514</Words>
  <Application>Microsoft Office PowerPoint</Application>
  <PresentationFormat>全屏显示(16:9)</PresentationFormat>
  <Paragraphs>77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Arial</vt:lpstr>
      <vt:lpstr>Amatic SC</vt:lpstr>
      <vt:lpstr>Didact Gothic</vt:lpstr>
      <vt:lpstr>Giant Doodles Newsletter by Slidesgo</vt:lpstr>
      <vt:lpstr>Python week 8</vt:lpstr>
      <vt:lpstr>List Algorisms (Review)</vt:lpstr>
      <vt:lpstr>List Algorisms(Review)</vt:lpstr>
      <vt:lpstr>List Algorisms(Review)</vt:lpstr>
      <vt:lpstr>List Algorisms</vt:lpstr>
      <vt:lpstr>List Algorisms(Review)</vt:lpstr>
      <vt:lpstr>List Algorisms(Review)</vt:lpstr>
      <vt:lpstr>List Algorisms(Review)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Kelvin Y</cp:lastModifiedBy>
  <cp:revision>53</cp:revision>
  <dcterms:modified xsi:type="dcterms:W3CDTF">2026-09-12T04:17:43Z</dcterms:modified>
</cp:coreProperties>
</file>